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iSuperviz Individual Digital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Si Tin Iek (DC227126), Pair 04, Team 07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Personal focus: frontend/backend support and service integration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Project: AI research supervisor full-stack web application</a:t>
            </a:r>
          </a:p>
        </p:txBody>
      </p:sp>
      <p:pic>
        <p:nvPicPr>
          <p:cNvPr id="6" name="Picture 5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-2458783"/>
            <a:ext cx="6126480" cy="122784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Course Requirements and My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RWD, full-stack services, dashboard, search, history and cart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Worked with Yang Xu on implementation support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Checked that UI pages connect to service logic</a:t>
            </a:r>
          </a:p>
        </p:txBody>
      </p:sp>
      <p:pic>
        <p:nvPicPr>
          <p:cNvPr id="6" name="Picture 5" descr="02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87496"/>
            <a:ext cx="6126480" cy="67859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Full-Stack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React + TypeScript frontend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Express + SQLite backend in source archive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Mock API parity for GitHub Pages deployment</a:t>
            </a:r>
          </a:p>
        </p:txBody>
      </p:sp>
      <p:pic>
        <p:nvPicPr>
          <p:cNvPr id="6" name="Picture 5" descr="1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097280"/>
            <a:ext cx="8266176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Authentication and Password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Login flow uses demo account for assessment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Forgot-password page supports account checking and reset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Backend defines captcha/email verification logic</a:t>
            </a:r>
          </a:p>
        </p:txBody>
      </p:sp>
      <p:pic>
        <p:nvPicPr>
          <p:cNvPr id="6" name="Picture 5" descr="03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372" y="1143000"/>
            <a:ext cx="7900416" cy="4937760"/>
          </a:xfrm>
          <a:prstGeom prst="rect">
            <a:avLst/>
          </a:prstGeom>
        </p:spPr>
      </p:pic>
      <p:pic>
        <p:nvPicPr>
          <p:cNvPr id="7" name="Picture 6" descr="12_forgot_pass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052" y="1143000"/>
            <a:ext cx="7900416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Paper Tracking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Paper list supports search, favorites and credit-aware actions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Paper detail shows notes, ideas and AI chat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Credits and state changes make the workflow testable</a:t>
            </a:r>
          </a:p>
        </p:txBody>
      </p:sp>
      <p:pic>
        <p:nvPicPr>
          <p:cNvPr id="6" name="Picture 5" descr="05_paper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114" y="1143000"/>
            <a:ext cx="7138930" cy="4937760"/>
          </a:xfrm>
          <a:prstGeom prst="rect">
            <a:avLst/>
          </a:prstGeom>
        </p:spPr>
      </p:pic>
      <p:pic>
        <p:nvPicPr>
          <p:cNvPr id="7" name="Picture 6" descr="06_paper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175" y="1143000"/>
            <a:ext cx="7548168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Peculiar Research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Idea Graph visualises saved ideas and related papers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Hallucination Audit demonstrates AI-review service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These features extend the project beyond basic login/cart pages</a:t>
            </a:r>
          </a:p>
        </p:txBody>
      </p:sp>
      <p:pic>
        <p:nvPicPr>
          <p:cNvPr id="6" name="Picture 5" descr="07_idea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372" y="1143000"/>
            <a:ext cx="7900416" cy="4937760"/>
          </a:xfrm>
          <a:prstGeom prst="rect">
            <a:avLst/>
          </a:prstGeom>
        </p:spPr>
      </p:pic>
      <p:pic>
        <p:nvPicPr>
          <p:cNvPr id="7" name="Picture 6" descr="08_halluc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052" y="1143000"/>
            <a:ext cx="7900416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Shopping Cart and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Shop and cart implement e-commerce requirements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Checkout updates order records and credits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Dashboard brings profile, cart, history and orders together</a:t>
            </a:r>
          </a:p>
        </p:txBody>
      </p:sp>
      <p:pic>
        <p:nvPicPr>
          <p:cNvPr id="6" name="Picture 5" descr="09_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092" y="1097280"/>
            <a:ext cx="3607495" cy="4937760"/>
          </a:xfrm>
          <a:prstGeom prst="rect">
            <a:avLst/>
          </a:prstGeom>
        </p:spPr>
      </p:pic>
      <p:pic>
        <p:nvPicPr>
          <p:cNvPr id="7" name="Picture 6" descr="10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1097280"/>
            <a:ext cx="3730752" cy="2331720"/>
          </a:xfrm>
          <a:prstGeom prst="rect">
            <a:avLst/>
          </a:prstGeom>
        </p:spPr>
      </p:pic>
      <p:pic>
        <p:nvPicPr>
          <p:cNvPr id="8" name="Picture 7" descr="11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3703320"/>
            <a:ext cx="4096512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Testing, Deployment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Team tests covered mock API parity and responsive rendering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GitHub Pages provides public testing URL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Screenshots document the full demo walkthrough</a:t>
            </a:r>
          </a:p>
        </p:txBody>
      </p:sp>
      <p:pic>
        <p:nvPicPr>
          <p:cNvPr id="6" name="Picture 5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-2458783"/>
            <a:ext cx="6126480" cy="122784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Personal Learning and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Learned the importance of shared API contracts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Managed state consistency across credits, cart and history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Practiced explaining full-stack work clearly and honestly</a:t>
            </a:r>
          </a:p>
        </p:txBody>
      </p:sp>
      <p:pic>
        <p:nvPicPr>
          <p:cNvPr id="6" name="Picture 5" descr="04_se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729964"/>
            <a:ext cx="6126480" cy="59009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22ED1"/>
                </a:solidFill>
              </a:defRPr>
            </a:pPr>
            <a:r>
              <a:t>Submission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4572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5B82"/>
                </a:solidFill>
              </a:defRPr>
            </a:pPr>
            <a: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73D"/>
                </a:solidFill>
              </a:defRPr>
            </a:pPr>
            <a:r>
              <a:t>Prepared individual report, PPT and narration script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Coding archive named cisc3003-Team07-ProjectCode.zip</a:t>
            </a:r>
          </a:p>
          <a:p>
            <a:pPr>
              <a:defRPr sz="1800">
                <a:solidFill>
                  <a:srgbClr val="2D273D"/>
                </a:solidFill>
              </a:defRPr>
            </a:pPr>
            <a:r>
              <a:t>Digital story should be recorded as 10-15 minute MP4</a:t>
            </a:r>
          </a:p>
        </p:txBody>
      </p:sp>
      <p:pic>
        <p:nvPicPr>
          <p:cNvPr id="6" name="Picture 5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-2458783"/>
            <a:ext cx="6126480" cy="122784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B82"/>
                </a:solidFill>
              </a:defRPr>
            </a:pPr>
            <a:r>
              <a:t>CISC3003 Team 07 - iSuperviz - Si Tin Iek (DC227126)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